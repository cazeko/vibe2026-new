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[팀명] 입니다. 저희가 만든 Fitly 를 소개해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한국 초등교사 임용 1차는 연 4만 명이 응시하는 1년 1회 시험입니다. 기출은 24년치가 모두 공개돼 있고, 시중에는 박문각·해커스 같은 80~150만원짜리 패스 인강이 있습니다. 그런데 진짜 문제는, 24년치 데이터가 있어도 내 약점이 어디인지 알려주는 도구가 없다는 것 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 김지민이라는 학생이 있다고 가정해 봅시다. 교대 4학년이고, 올해 11월에 임용 1차를 봅니다. 박문각 인강에 한 달 12만원, 종로학원 모의고사에 9만원을 씁니다. 그런데도 김지민은 세 가지 문제를 매일 겪습니다. 첫째, 인강을 매일 듣는데도 내가 뭘 모르는지 모릅니다. 둘째, 서술형 답안을 써도 채점 기준이 막연합니다. 셋째, 통학 1.5시간이 그냥 흘러갑니다. 이 세 가지가 Fitly 가 풀려는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Fitly 의 핵심 가치는 단 한 줄입니다 — 내 시험일, 내 약점, 내 망각 곡선에 ‘맞게(Fit)’ 학습한다. 그리고 이 가치를 세 개의 마법 지점으로 풀어냅니다. 첫째, 24년치 기출 즉시 분석. 둘째, AI 모범답안 + 5탭 분석. 셋째, 자동 생성 팟캐스트.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가지 페인을 세 개의 기능에 1대 1로 매핑했습니다. 약점 진단 부재 → 기출분석 페이지에서 24년치 데이터로 영역별 약점 시각화. 자가 채점 모호 → 풀이 트랙 + 5탭 분석에서 AI 모범답안과 차이를 명확히. 이동 시간 비효율 → 자동 생성 팟캐스트로 통학 시간을 학습 시간으로. 보조 기능으로 3 트랙 SRS, 학습 워크스페이스 풀, AI 챗봇이 함께 들어갑니다. 이제 실제로 작동하는 모습을 보여드리겠습니다.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데모 들어가기 전 1줄 — 24년치 PDF 71개를 unpdf 로 추출, 실패 시 Gemini Vision OCR 폴백, LLM 태깅으로 시드, Postgres 19 테이블에 적재. 학습 본업은 Gemini Flash 와 multi-speaker TTS 가 담당합니다. [데모 영상 3분 — 가입→시험일 입력→대시보드→기출분석→풀이 트랙→AI 5탭 분석→팟캐스트→워크스페이스 풀 기능]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디자인 한 줄 — 공책 가로 괘선, 세리프 헤드라인, 학습 진척도만 컬러로 빛난다. 반대로 인강이 쓰는 다색·과대·긴급성은 절대 안 씁니다. [데모 영상 2분 — 첫 진입 5초 가치 / SplitView / lightbox / 큐 점프 J-K / 진행률 / 다크모드 / 모바일 PWA]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박문각·해커스 패스는 시즌 80~150만원입니다. Fitly 는 49,000원 — 약 1/16에서 1/30 가격입니다. 가격만이 아니라 학습 모델 자체가 다릅니다. 인강은 단방향, Fitly 는 SRS 와 자가 채점을 결합한 양방향입니다. AI 활용도 다릅니다. 인강 회사들은 거의 안 쓰거나 챗봇 보조 정도. 우리는 Gemini Flash 로 분석·튜터·팟캐 모두 통합합니다. 그리고 결정적으로 — 카피가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우리는 합격 가능성을 추정하지 않습니다. 합격 컷도 추정하지 않습니다. 24년치 기출 분포 분석과 AI 모범답안 — 사실만 제공합니다. 시각도 정반대입니다. 인강이 다색·과대·긴급이라면, Fitly 는 공책·세리프·단색입니다. 정직한 플래너 — 마법 아님. 이게 우리의 차별입니다.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시장 규모는 TAM 4만, SAM 디지털 결제 1.5만, 우리 SOM 첫 시즌 1500명 결제 가설입니다. 1년차 매출 추정 7,350만원 — 49,000원 × 1500명입니다. 보수적 가정이고, 시즌 2 이후는 누적 효과로 증가 모델입니다.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 은 단순합니다. 무료 진입 — 분석과 팟캐 시드를 풀어 마법 지점 체험. Pass 49,000원 — 시험일까지 fixed, 자동 갱신 없고 7일 무조건 환불. 학습 그라인드 전체와 AI 무제한이 Pass 에 들어갑니다. 박문각 패스 1/24 가격이 핵심 카피입니다.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GTM 은 두 축입니다. 단기 — 임용 유튜버 5~10명에게 무료 Pass 와 콘텐츠 합작. 장기 — 24년치 데이터를 SEO 블로그로 풀어 검색 유입. 12개월 로드맵은 7월 베타, 9월 정식, 12월 시즌 1 종료, 2027년 3월 시즌 2 v2 출시. 첫 시즌 데이터로 PMF 검증 후 v2 로 본격 운영합니다.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마지막으로, 14일 AI 협업 회고를 짧게. 225 commits, 56 PR — 프로젝트 원칙 문서까지 4 계층으로 진화시켰습니다. 가장 인상 깊은 극복점은 — AI 분석 결과가 빈 화면으로 표시되는 회귀였습니다. LLM JSON 파싱이 실패하면 코드가 조용히 빈 배열로 fallback 하고 있었습니다. 사용자는 ‘내 답안이 부족하구나’ 오해하지만, 실제로는 LLM 응답이 토큰 한도에 잘렸던 것입니다. 여기서 배운 원칙 — AI 출력 처리에서 fallback 은 명시 에러로 surface 해야 한다, silent 는 사용자에게 정직하지 않다. 우리 정직성 원칙과 정합하는 약속으로 코드에 박았습니다.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종료. 베타 모집 + 팀 연락처 노출.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PRESENTATION · 2026.05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Fitly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합격은 시간이 아니라 적합도다.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8229600" cy="0"/>
          </a:xfrm>
          <a:prstGeom prst="line">
            <a:avLst/>
          </a:prstGeom>
          <a:noFill/>
          <a:ln w="6350">
            <a:solidFill>
              <a:srgbClr val="1A2027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초등교사 임용 1차 학습 플래너 PWA</a:t>
            </a:r>
            <a:endParaRPr lang="en-US" sz="14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[팀명]   ·   2026.05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 · 문제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한국 초등교사 임용 1차 시험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6350">
            <a:solidFill>
              <a:srgbClr val="1A202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29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Fitly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560320" cy="1188720"/>
          </a:xfrm>
          <a:prstGeom prst="rect">
            <a:avLst/>
          </a:prstGeom>
          <a:solidFill>
            <a:srgbClr val="FAF7F0"/>
          </a:solidFill>
          <a:ln w="6350">
            <a:solidFill>
              <a:srgbClr val="1A2027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연 4만+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응시자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1188720"/>
          </a:xfrm>
          <a:prstGeom prst="rect">
            <a:avLst/>
          </a:prstGeom>
          <a:solidFill>
            <a:srgbClr val="FAF7F0"/>
          </a:solidFill>
          <a:ln w="6350">
            <a:solidFill>
              <a:srgbClr val="1A2027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54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1년 1회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횟수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560320" cy="1188720"/>
          </a:xfrm>
          <a:prstGeom prst="rect">
            <a:avLst/>
          </a:prstGeom>
          <a:solidFill>
            <a:srgbClr val="FAF7F0"/>
          </a:solidFill>
          <a:ln w="6350">
            <a:solidFill>
              <a:srgbClr val="1A2027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554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24년치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2648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기출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4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시장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박문각·해커스 인강 패스 —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80~150만원/시즌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종로학원 모의고사 —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90,000원/3회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24년치 데이터는 공개되어 있는데, </a:t>
            </a:r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약점이 어디인지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알려주는 도구가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 · 문제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페르소나 — 김지민 (가명, 교대 4학년)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6350">
            <a:solidFill>
              <a:srgbClr val="1A202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29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Fitly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840480" cy="1463040"/>
          </a:xfrm>
          <a:prstGeom prst="rect">
            <a:avLst/>
          </a:prstGeom>
          <a:solidFill>
            <a:srgbClr val="FAF7F0"/>
          </a:solidFill>
          <a:ln w="6350">
            <a:solidFill>
              <a:srgbClr val="1A2027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4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2026년 11월 임용 1차 응시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spc="4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지출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박문각 인강 12만/월 + 종로 모의 9만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spc="4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일과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학교 → 학원 → 자취방 (왕복 1.5시간)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0" y="1234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약점 진단 부재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434B55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“인강을 매일 듣는데, 내가 뭘 모르는지 모릅니다.”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20640" y="21031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자가 채점 모호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434B55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“서술형 답안을 써도, 채점 기준이 막연합니다.”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20640" y="2971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시간 비효율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434B55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“통학 1.5시간이 그냥 흘러갑니다.”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세 가지가 Fitly 가 풀려는 문제입니다.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솔루션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Fitly = “Fit (맞게) 학습”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6350">
            <a:solidFill>
              <a:srgbClr val="1A202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29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Fitly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7315200" cy="1280160"/>
          </a:xfrm>
          <a:prstGeom prst="rect">
            <a:avLst/>
          </a:prstGeom>
          <a:solidFill>
            <a:srgbClr val="FAF7F0"/>
          </a:solidFill>
          <a:ln w="19050">
            <a:solidFill>
              <a:srgbClr val="2F5D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716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내 시험일·내 약점·내 망각 곡선에</a:t>
            </a:r>
            <a:endParaRPr lang="en-US" sz="22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“맞게(Fit)” 학습합니다.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개의 마법 지점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2560320" cy="1280160"/>
          </a:xfrm>
          <a:prstGeom prst="rect">
            <a:avLst/>
          </a:prstGeom>
          <a:solidFill>
            <a:srgbClr val="FAF7F0"/>
          </a:solidFill>
          <a:ln w="6350">
            <a:solidFill>
              <a:srgbClr val="1A2027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24년치 기출 즉시 분석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5C80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약점 시각화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3337560"/>
            <a:ext cx="2560320" cy="1280160"/>
          </a:xfrm>
          <a:prstGeom prst="rect">
            <a:avLst/>
          </a:prstGeom>
          <a:solidFill>
            <a:srgbClr val="FAF7F0"/>
          </a:solidFill>
          <a:ln w="6350">
            <a:solidFill>
              <a:srgbClr val="1A2027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모범답안 + 5탭 분석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5C80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자가 채점 명확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337560"/>
            <a:ext cx="2560320" cy="1280160"/>
          </a:xfrm>
          <a:prstGeom prst="rect">
            <a:avLst/>
          </a:prstGeom>
          <a:solidFill>
            <a:srgbClr val="FAF7F0"/>
          </a:solidFill>
          <a:ln w="6350">
            <a:solidFill>
              <a:srgbClr val="1A2027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③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NotebookLM 스타일 팟캐스트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5C80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시간 학습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 · 솔루션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페인 → 가치 → 기능 매핑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6350">
            <a:solidFill>
              <a:srgbClr val="1A202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29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Fitly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가치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7784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Fitly 기능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0"/>
          </a:xfrm>
          <a:prstGeom prst="line">
            <a:avLst/>
          </a:prstGeom>
          <a:noFill/>
          <a:ln w="6350">
            <a:solidFill>
              <a:srgbClr val="1A2027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약점 진단 부재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기출 즉시 분석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기출분석 페이지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(히트맵·토픽맵·로드맵)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8229600" cy="0"/>
          </a:xfrm>
          <a:prstGeom prst="line">
            <a:avLst/>
          </a:prstGeom>
          <a:noFill/>
          <a:ln w="3175">
            <a:solidFill>
              <a:srgbClr val="1A2027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자가 채점 모호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377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채점 + 분석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77840" y="2377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풀이 트랙 + 5탭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(총평·키워드·diff·모범답안·이력)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0"/>
          </a:xfrm>
          <a:prstGeom prst="line">
            <a:avLst/>
          </a:prstGeom>
          <a:noFill/>
          <a:ln w="3175">
            <a:solidFill>
              <a:srgbClr val="1A2027">
                <a:alpha val="1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이동 시간 비효율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팟캐스트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7840" y="2971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팟캐스트 페이지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(Gemini multi-speaker TTS)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 기능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트랙 SRS (풀이/키워드/오답) · 학습 워크스페이스 (마크/필터/타이머/소문항) · AI 학습 도우미 챗봇 · 학습 계획 + 학습 분석 + 마이 페이지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 · 데모 ① 작동성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플랫폼 · 데이터 · AI 흐름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6350">
            <a:solidFill>
              <a:srgbClr val="1A202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29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Fitly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560320" cy="0"/>
          </a:xfrm>
          <a:prstGeom prst="line">
            <a:avLst/>
          </a:prstGeom>
          <a:noFill/>
          <a:ln w="12700">
            <a:solidFill>
              <a:srgbClr val="2F5D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15 (PWA)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Auth + Storage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Drizzle ORM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 — 19 테이블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737360"/>
            <a:ext cx="2560320" cy="0"/>
          </a:xfrm>
          <a:prstGeom prst="line">
            <a:avLst/>
          </a:prstGeom>
          <a:noFill/>
          <a:ln w="12700">
            <a:solidFill>
              <a:srgbClr val="2F5D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87452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71 PDF (24년치)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 unpdf 텍스트 추출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 Gemini Vision OCR 폴백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 LLM 태깅 (≤ 5)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cards 시드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560320" cy="0"/>
          </a:xfrm>
          <a:prstGeom prst="line">
            <a:avLst/>
          </a:prstGeom>
          <a:noFill/>
          <a:ln w="12700">
            <a:solidFill>
              <a:srgbClr val="2F5D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87452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Flash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분석 (5탭)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튜터 챗봇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multi-speaker TTS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자동 팟캐스트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F5D50">
              <a:alpha val="8000"/>
            </a:srgbClr>
          </a:solidFill>
          <a:ln w="6350">
            <a:solidFill>
              <a:srgbClr val="2F5D50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 영상 — 가입 / 대시보드 / 기출분석 / 풀이 5탭 / 팟캐스트 / 워크스페이스 (3분)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 · 데모 ② 사용성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디자인 시스템 — 메모러블 앵커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6350">
            <a:solidFill>
              <a:srgbClr val="1A202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29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Fitly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solidFill>
            <a:srgbClr val="FAF7F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</a:t>
            </a:r>
            <a:pPr algn="ctr" indent="0" marL="0">
              <a:buNone/>
            </a:pPr>
            <a:r>
              <a:rPr lang="en-US" sz="1800" i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공책 가로 괘선 + 세리프 헤드라인 + 학습 진척도만 컬러로 빛난다.</a:t>
            </a:r>
            <a:pPr algn="ctr" indent="0" marL="0">
              <a:buNone/>
            </a:pPr>
            <a:r>
              <a:rPr lang="en-US" sz="2800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”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토큰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ink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액센트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evergreen (단 1색)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폰트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노토 명조 + 노토 산스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그리드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8pt 정합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反인강미학 — 의도된 정반대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7432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다색 배지 · 과대 카피 · 빨간 긴급 표시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“D-day 임박!” “마지막 N일 N% 할인”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공책 정합 · 세리프 헤드라인 · 단색 액센트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여백 충분 · 정직 카피 · 추정 0건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2F5D50">
              <a:alpha val="8000"/>
            </a:srgbClr>
          </a:solidFill>
          <a:ln w="6350">
            <a:solidFill>
              <a:srgbClr val="2F5D50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 영상 — 첫 5초 가치 / SplitView / 모달 / 큐 점프 J-K / 다크 모드 / 모바일 (2분)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5 · 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기존 인강 vs Fitly — 정량 비교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6350">
            <a:solidFill>
              <a:srgbClr val="1A202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29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Fitly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항목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박문각 / 해커스 패스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Fitly Pass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6350">
            <a:solidFill>
              <a:srgbClr val="1A2027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(시즌)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828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800,000 ~ 1,500,000원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1828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49,000원  (1/16~1/30)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8229600" cy="0"/>
          </a:xfrm>
          <a:prstGeom prst="line">
            <a:avLst/>
          </a:prstGeom>
          <a:noFill/>
          <a:ln w="3175">
            <a:solidFill>
              <a:srgbClr val="1A2027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957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모델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3957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단방향 인강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3957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SRS + 자가 채점 + AI 모범답안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44368"/>
            <a:ext cx="8229600" cy="0"/>
          </a:xfrm>
          <a:prstGeom prst="line">
            <a:avLst/>
          </a:prstGeom>
          <a:noFill/>
          <a:ln w="3175">
            <a:solidFill>
              <a:srgbClr val="1A2027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626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296265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없음 (또는 챗봇 보조)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96265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Flash (분석·튜터·팟캐)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11296"/>
            <a:ext cx="8229600" cy="0"/>
          </a:xfrm>
          <a:prstGeom prst="line">
            <a:avLst/>
          </a:prstGeom>
          <a:noFill/>
          <a:ln w="3175">
            <a:solidFill>
              <a:srgbClr val="1A2027">
                <a:alpha val="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29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카피 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352958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“합격률 N% 보장”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“마지막 D-30 패키지”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35295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“합격은 적합도다”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(추정 카피 X)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078224"/>
            <a:ext cx="8229600" cy="0"/>
          </a:xfrm>
          <a:prstGeom prst="line">
            <a:avLst/>
          </a:prstGeom>
          <a:noFill/>
          <a:ln w="3175">
            <a:solidFill>
              <a:srgbClr val="1A2027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965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40965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자체 정리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40965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24년치 공개 기출 (2002~2026)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5 · 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정직성 + 反인강미학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6350">
            <a:solidFill>
              <a:srgbClr val="1A202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29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Fitly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정직성 원칙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931920" cy="0"/>
          </a:xfrm>
          <a:prstGeom prst="line">
            <a:avLst/>
          </a:prstGeom>
          <a:noFill/>
          <a:ln w="12700">
            <a:solidFill>
              <a:srgbClr val="2F5D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합격 가능성 추정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합격 컷 추정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 보장 카피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“마지막 D-N 한정 N% 할인”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24년치 기출 분포 (사실)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모범답안과 차이 (사실)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가격 (긴급도 차등 X)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反인강미학 — 시각적 정반대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691640"/>
            <a:ext cx="3931920" cy="0"/>
          </a:xfrm>
          <a:prstGeom prst="line">
            <a:avLst/>
          </a:prstGeom>
          <a:noFill/>
          <a:ln w="12700">
            <a:solidFill>
              <a:srgbClr val="2F5D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82880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4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인강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다색 배지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과대 카피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빨간 긴급 표시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spc="4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Fitly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공책 정합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세리프 헤드라인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단색 액센트 (1색)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정직한 플래너 — 마법 아님.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6 · 기대효과·향후계획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시장 규모 — TAM / SAM / SOM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6350">
            <a:solidFill>
              <a:srgbClr val="1A202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29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Fitly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560320" cy="2011680"/>
          </a:xfrm>
          <a:prstGeom prst="rect">
            <a:avLst/>
          </a:prstGeom>
          <a:solidFill>
            <a:srgbClr val="2F5D50">
              <a:alpha val="12000"/>
            </a:srgbClr>
          </a:solidFill>
          <a:ln w="6350">
            <a:solidFill>
              <a:srgbClr val="2F5D50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40,000명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응시자 (연)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KCEA 공시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560320" cy="2011680"/>
          </a:xfrm>
          <a:prstGeom prst="rect">
            <a:avLst/>
          </a:prstGeom>
          <a:solidFill>
            <a:srgbClr val="2F5D50">
              <a:alpha val="20000"/>
            </a:srgbClr>
          </a:solidFill>
          <a:ln w="6350">
            <a:solidFill>
              <a:srgbClr val="2F5D50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15,000명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9184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결제 (38%)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시장조사 추정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560320" cy="2011680"/>
          </a:xfrm>
          <a:prstGeom prst="rect">
            <a:avLst/>
          </a:prstGeom>
          <a:solidFill>
            <a:srgbClr val="2F5D50">
              <a:alpha val="30000"/>
            </a:srgbClr>
          </a:solidFill>
          <a:ln w="6350">
            <a:solidFill>
              <a:srgbClr val="2F5D50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1,500명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12648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 결제 (시즌 1)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SEO + 유튜버 합작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solidFill>
            <a:srgbClr val="FAF7F0"/>
          </a:solidFill>
          <a:ln w="19050">
            <a:solidFill>
              <a:srgbClr val="2F5D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1년차 매출 추정 </a:t>
            </a:r>
            <a:pPr algn="ctr" indent="0" marL="0"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73,500,000원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1,500명 × 49,000원   (보수적 가설치)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6 · 기대효과·향후계획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비즈니스 모델 — Free + Pass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6350">
            <a:solidFill>
              <a:srgbClr val="1A202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29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Fitly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solidFill>
            <a:srgbClr val="FAF7F0"/>
          </a:solidFill>
          <a:ln w="6350">
            <a:solidFill>
              <a:srgbClr val="1A2027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Free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0원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14400" y="2560320"/>
            <a:ext cx="3017520" cy="0"/>
          </a:xfrm>
          <a:prstGeom prst="line">
            <a:avLst/>
          </a:prstGeom>
          <a:noFill/>
          <a:ln w="6350">
            <a:solidFill>
              <a:srgbClr val="1A2027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7432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가입 + 시험일 입력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마이 페이지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기출분석 풀 (히트맵·토픽맵)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팟캐 시드 라이브러리 N편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풀이 트랙 5장/일 (체험)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solidFill>
            <a:srgbClr val="2F5D50">
              <a:alpha val="8000"/>
            </a:srgbClr>
          </a:solidFill>
          <a:ln w="19050">
            <a:solidFill>
              <a:srgbClr val="2F5D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49,000원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54880" y="24231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시험일까지 fixed · 7일 무조건 환불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2697480"/>
            <a:ext cx="3017520" cy="0"/>
          </a:xfrm>
          <a:prstGeom prst="line">
            <a:avLst/>
          </a:prstGeom>
          <a:noFill/>
          <a:ln w="6350">
            <a:solidFill>
              <a:srgbClr val="2F5D50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8803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무제한 SRS (3 트랙)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AI 모범답안 + 5탭 분석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AI 학습 도우미 (튜터 챗봇)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팟캐스트 자동 생성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워크스페이스 풀 (마크/필터/이력)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박문각 패스 1/24 가격, 인강이 못 하는 분석·자가 채점·자동 팟캐스트.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6 · 기대효과·향후계획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GTM 2 트랙 + 12개월 로드맵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6350">
            <a:solidFill>
              <a:srgbClr val="1A202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29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Fitly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GTM 2 트랙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931920" cy="1097280"/>
          </a:xfrm>
          <a:prstGeom prst="rect">
            <a:avLst/>
          </a:prstGeom>
          <a:solidFill>
            <a:srgbClr val="FAF7F0"/>
          </a:solidFill>
          <a:ln w="6350">
            <a:solidFill>
              <a:srgbClr val="1A2027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4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임용 유튜버 합작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임용 유튜버 5~10명 무료 Pass +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합작 1편씩 발행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3931920" cy="1097280"/>
          </a:xfrm>
          <a:prstGeom prst="rect">
            <a:avLst/>
          </a:prstGeom>
          <a:solidFill>
            <a:srgbClr val="FAF7F0"/>
          </a:solidFill>
          <a:ln w="6350">
            <a:solidFill>
              <a:srgbClr val="1A2027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4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SEO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24년치 데이터 자산 → 블로그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2편, 50편 발행 시 long-tail 안정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 로드맵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1783080"/>
            <a:ext cx="0" cy="2468880"/>
          </a:xfrm>
          <a:prstGeom prst="line">
            <a:avLst/>
          </a:prstGeom>
          <a:noFill/>
          <a:ln w="19050">
            <a:solidFill>
              <a:srgbClr val="2F5D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888" y="1709928"/>
            <a:ext cx="146304" cy="146304"/>
          </a:xfrm>
          <a:prstGeom prst="oval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6642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1664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시드 적재 + 유튜버 컨택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18888" y="2185416"/>
            <a:ext cx="146304" cy="146304"/>
          </a:xfrm>
          <a:prstGeom prst="oval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1396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21396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클로즈드 베타 (50~100명)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18888" y="2660904"/>
            <a:ext cx="146304" cy="146304"/>
          </a:xfrm>
          <a:prstGeom prst="oval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615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2615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 베타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18888" y="3136392"/>
            <a:ext cx="146304" cy="146304"/>
          </a:xfrm>
          <a:prstGeom prst="oval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0906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3090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출시 (Pass 활성)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18888" y="3611880"/>
            <a:ext cx="146304" cy="146304"/>
          </a:xfrm>
          <a:prstGeom prst="oval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5661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2026-12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시즌 1 종료 + 후기 수집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18888" y="4087368"/>
            <a:ext cx="146304" cy="146304"/>
          </a:xfrm>
          <a:prstGeom prst="oval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40416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2027-03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4041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시즌 2 v2 정식 출시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이번 시즌 베타 검증 → 시즌 2 본 운영.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7 · 회고·소회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협업 회고 — 14일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6350">
            <a:solidFill>
              <a:srgbClr val="1A202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29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Fitly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225 </a:t>
            </a:r>
            <a:pPr algn="ctr" indent="0" marL="0">
              <a:buNone/>
            </a:pPr>
            <a:r>
              <a:rPr lang="en-US" sz="14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commits   ·   </a:t>
            </a:r>
            <a:pPr algn="ctr" indent="0" marL="0">
              <a:buNone/>
            </a:pPr>
            <a:r>
              <a:rPr lang="en-US" sz="3600" b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56 </a:t>
            </a:r>
            <a:pPr algn="ctr" indent="0" marL="0">
              <a:buNone/>
            </a:pPr>
            <a:r>
              <a:rPr lang="en-US" sz="14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   ·   </a:t>
            </a:r>
            <a:pPr algn="ctr" indent="0" marL="0">
              <a:buNone/>
            </a:pPr>
            <a:r>
              <a:rPr lang="en-US" sz="3600" b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6 </a:t>
            </a:r>
            <a:pPr algn="ctr" indent="0" marL="0">
              <a:buNone/>
            </a:pPr>
            <a:r>
              <a:rPr lang="en-US" sz="140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PR 시리즈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1691640"/>
          </a:xfrm>
          <a:prstGeom prst="rect">
            <a:avLst/>
          </a:prstGeom>
          <a:solidFill>
            <a:srgbClr val="2F5D50">
              <a:alpha val="8000"/>
            </a:srgbClr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31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극복점 — AI silent fallback 회귀 (PR #71)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4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증상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채점 후 AI 총평·키워드·diff 모두 “분석 결과가 비어 있습니다” 표시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spc="4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JSON 파싱 실패 시 빈 배열로 </a:t>
            </a:r>
            <a:pPr indent="0" marL="0"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조용히 fallback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UI 가 “성공인데 빈 답안” 으로 잘못 안내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spc="400" kern="0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0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파싱 실패 시 명시 throw + 진단 로그 + 출력 토큰 2048 → 4096 격상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배움  </a:t>
            </a:r>
            <a:pPr algn="ctr" indent="0" marL="0">
              <a:buNone/>
            </a:pPr>
            <a:r>
              <a:rPr lang="en-US" sz="1400" i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출력 처리에서 fallback 은 </a:t>
            </a:r>
            <a:pPr algn="ctr" indent="0" marL="0">
              <a:buNone/>
            </a:pPr>
            <a:r>
              <a:rPr lang="en-US" sz="1400" b="1" i="1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명시 에러로 surface</a:t>
            </a:r>
            <a:pPr algn="ctr" indent="0" marL="0">
              <a:buNone/>
            </a:pPr>
            <a:r>
              <a:rPr lang="en-US" sz="1400" i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— silent 는 사용자에게 정직하지 않다.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1A20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Fitly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F5D5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합격은 시간이 아니라 적합도다.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8229600" cy="0"/>
          </a:xfrm>
          <a:prstGeom prst="line">
            <a:avLst/>
          </a:prstGeom>
          <a:noFill/>
          <a:ln w="6350">
            <a:solidFill>
              <a:srgbClr val="1A202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spc="400" kern="0" dirty="0">
                <a:solidFill>
                  <a:srgbClr val="2F5D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7월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34B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클로즈드 베타 모집 예정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8A92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[랜딩 URL]   ·   [팀 연락처]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929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감사합니다.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Fitly — 합격은 시간이 아니라 적합도다</dc:title>
  <dc:subject>한국 초등교사 임용 1차 학습 플래너 PWA</dc:subject>
  <dc:creator>Fitly Team</dc:creator>
  <cp:lastModifiedBy>Fitly Team</cp:lastModifiedBy>
  <cp:revision>1</cp:revision>
  <dcterms:created xsi:type="dcterms:W3CDTF">2026-05-15T09:10:29Z</dcterms:created>
  <dcterms:modified xsi:type="dcterms:W3CDTF">2026-05-15T09:10:29Z</dcterms:modified>
</cp:coreProperties>
</file>